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62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371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" y="46634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29768" y="630936"/>
            <a:ext cx="9326880" cy="0"/>
          </a:xfrm>
          <a:prstGeom prst="line">
            <a:avLst/>
          </a:prstGeom>
          <a:noFill/>
          <a:ln w="1397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11480" y="877824"/>
            <a:ext cx="11365992" cy="160020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0B4D8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13232" y="1033272"/>
            <a:ext cx="694944" cy="694944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627632" y="1069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research question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27632" y="14356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Azul identify implementable aircraft reassignment strategies across route groups with</a:t>
            </a:r>
            <a:endParaRPr lang="en-US" sz="1730" dirty="0"/>
          </a:p>
          <a:p>
            <a:pPr marL="0" indent="0" algn="l">
              <a:buNone/>
            </a:pPr>
            <a:r>
              <a:rPr lang="en-US" sz="17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operational sweetspots in order to improve operational efficiency without assuming</a:t>
            </a:r>
            <a:endParaRPr lang="en-US" sz="1730" dirty="0"/>
          </a:p>
          <a:p>
            <a:pPr marL="0" indent="0" algn="l">
              <a:buNone/>
            </a:pPr>
            <a:r>
              <a:rPr lang="en-US" sz="17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fleet replacement?</a:t>
            </a:r>
            <a:endParaRPr lang="en-US" sz="1730" dirty="0"/>
          </a:p>
        </p:txBody>
      </p:sp>
      <p:sp>
        <p:nvSpPr>
          <p:cNvPr id="25" name="Shape 23"/>
          <p:cNvSpPr/>
          <p:nvPr/>
        </p:nvSpPr>
        <p:spPr>
          <a:xfrm>
            <a:off x="411480" y="2633472"/>
            <a:ext cx="6144768" cy="388620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21208" y="2752344"/>
            <a:ext cx="676656" cy="617128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1261872" y="2862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Subquestions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79576" y="321868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481328" y="321868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city pairs or route groups exhibit overlapping operational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sweetspots between aircraft types, making reassignment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operationally plausible?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1179576" y="389534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1481328" y="389534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what extent do demand fluctuations across routes or seasons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the reassignment of aircraft types within these overlapping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sweetspots?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1179576" y="457200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1481328" y="4572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airport infrastructure and operational constraints limit the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of using larger or alternative aircraft types on specific routes?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1179576" y="513892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1481328" y="513892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potential benefit could these reassignment strategies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for the airline, based on the operational metrics available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dataset?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1179576" y="574243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1481328" y="574243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sensitive are the identified reassignment opportunities to the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assumptions used, particularly seat-based swapability,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 thresholds, and sample size?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6748272" y="2633472"/>
            <a:ext cx="5029200" cy="388620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B4D8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894576" y="2752344"/>
            <a:ext cx="621792" cy="621792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</a:t>
            </a:r>
            <a:endParaRPr lang="en-US" sz="3100" dirty="0"/>
          </a:p>
        </p:txBody>
      </p:sp>
      <p:sp>
        <p:nvSpPr>
          <p:cNvPr id="40" name="Text 38"/>
          <p:cNvSpPr/>
          <p:nvPr/>
        </p:nvSpPr>
        <p:spPr>
          <a:xfrm>
            <a:off x="7662672" y="281635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based on methodology,</a:t>
            </a:r>
            <a:endParaRPr lang="en-US" sz="1850" dirty="0"/>
          </a:p>
          <a:p>
            <a:pPr marL="0" indent="0" algn="l">
              <a:buNone/>
            </a:pPr>
            <a:r>
              <a:rPr lang="en-US" sz="18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or limitations</a:t>
            </a:r>
            <a:endParaRPr lang="en-US" sz="1850" dirty="0"/>
          </a:p>
        </p:txBody>
      </p:sp>
      <p:sp>
        <p:nvSpPr>
          <p:cNvPr id="41" name="Shape 39"/>
          <p:cNvSpPr/>
          <p:nvPr/>
        </p:nvSpPr>
        <p:spPr>
          <a:xfrm>
            <a:off x="7342632" y="3680460"/>
            <a:ext cx="73152" cy="73152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7571232" y="35387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payload composition may explain part of the</a:t>
            </a:r>
            <a:endParaRPr lang="en-US" sz="1190" dirty="0"/>
          </a:p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differences between aircraft types.</a:t>
            </a:r>
            <a:endParaRPr lang="en-US" sz="1190" dirty="0"/>
          </a:p>
        </p:txBody>
      </p:sp>
      <p:sp>
        <p:nvSpPr>
          <p:cNvPr id="43" name="Shape 41"/>
          <p:cNvSpPr/>
          <p:nvPr/>
        </p:nvSpPr>
        <p:spPr>
          <a:xfrm>
            <a:off x="7342632" y="4366260"/>
            <a:ext cx="73152" cy="73152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571232" y="4224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selected variables are appropriate for</a:t>
            </a:r>
            <a:endParaRPr lang="en-US" sz="1190" dirty="0"/>
          </a:p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operational fit.</a:t>
            </a:r>
            <a:endParaRPr lang="en-US" sz="1190" dirty="0"/>
          </a:p>
        </p:txBody>
      </p:sp>
      <p:sp>
        <p:nvSpPr>
          <p:cNvPr id="45" name="Shape 43"/>
          <p:cNvSpPr/>
          <p:nvPr/>
        </p:nvSpPr>
        <p:spPr>
          <a:xfrm>
            <a:off x="7342632" y="5070348"/>
            <a:ext cx="73152" cy="73152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571232" y="49286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analysis contains blind spots or biases.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7342632" y="5554980"/>
            <a:ext cx="73152" cy="73152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7571232" y="5413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seat count is an adequate proxy for swapability.</a:t>
            </a:r>
            <a:endParaRPr lang="en-US" sz="1190" dirty="0"/>
          </a:p>
        </p:txBody>
      </p:sp>
      <p:sp>
        <p:nvSpPr>
          <p:cNvPr id="49" name="Shape 47"/>
          <p:cNvSpPr/>
          <p:nvPr/>
        </p:nvSpPr>
        <p:spPr>
          <a:xfrm>
            <a:off x="7342632" y="6067044"/>
            <a:ext cx="73152" cy="73152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7571232" y="5925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joint sweetspot sample is large enough to</a:t>
            </a:r>
            <a:endParaRPr lang="en-US" sz="1190" dirty="0"/>
          </a:p>
          <a:p>
            <a:pPr marL="0" indent="0" algn="l">
              <a:buNone/>
            </a:pPr>
            <a:r>
              <a:rPr lang="en-US" sz="11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meaningful conclusions.</a:t>
            </a:r>
            <a:endParaRPr lang="en-US" sz="1190" dirty="0"/>
          </a:p>
        </p:txBody>
      </p:sp>
      <p:pic>
        <p:nvPicPr>
          <p:cNvPr id="1026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B59AA153-2702-CE82-C5AA-3FE2CEE7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246" y="4665"/>
            <a:ext cx="1714842" cy="96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222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Questions</dc:title>
  <dc:subject>Research Questions</dc:subject>
  <dc:creator>Eduardo Monteiro Rosa de Souza</dc:creator>
  <cp:lastModifiedBy>Eduardo Monteiro Rosa de Souza</cp:lastModifiedBy>
  <cp:revision>6</cp:revision>
  <dcterms:created xsi:type="dcterms:W3CDTF">2026-04-23T21:59:21Z</dcterms:created>
  <dcterms:modified xsi:type="dcterms:W3CDTF">2026-04-23T22:06:59Z</dcterms:modified>
</cp:coreProperties>
</file>